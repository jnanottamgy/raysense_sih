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55s. Open with the PS ID and DRDO. Then the 93% / 11% contrast. Pause 3s after "eleven percent".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JEEVIKA — 96s. Walk the three regions A / B / C. Land on "B and C are identical". Then the three-state map and the novelty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84s. Lead with the quadratic: 0.7 m spacing at 10 m, 9 m at 30 m. That is why a 6 m ditch at 30 m is invisible. Then walk the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NIKITA — 48s. No new hardware. Ground truth is known not inferred. Then volunteer all three risks before being asked — especially that RELLIS has NOT been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ANUJ — 66s. Warmest delivery. Three audiences, then land hard on 23 km/h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PRANAVI — 41s. We cite these BECAUSE the field exists — we did not invent adaptive lidar. Close on the three numbers,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234440"/>
            <a:ext cx="9235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65960"/>
            <a:ext cx="9966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006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Variable Resolution 2.5D Lidar Mapping</a:t>
            </a:r>
            <a:endParaRPr lang="en-US" sz="3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006F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Dynamic Environment Perception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868680" y="379476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14984" y="3950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014984" y="42611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SIH26053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611880" y="379476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58184" y="3950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758184" y="42611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Vehicles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355080" y="379476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1384" y="3950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42611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98280" y="3794760"/>
            <a:ext cx="2560320" cy="1051560"/>
          </a:xfrm>
          <a:prstGeom prst="roundRect">
            <a:avLst>
              <a:gd name="adj" fmla="val 3478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244584" y="3950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244584" y="42611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Organisation: Defence Research and Development Organisation (DRDO)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6304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Point-Budget Lidar Perception for UGVs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pic>
        <p:nvPicPr>
          <p:cNvPr id="9" name="Image 1" descr="deckbuild/fig_g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3977640" cy="2670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84048" y="38039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84048" y="407822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scan — every ray, forty times — finds 92.9% of obstacles that stick up and 11.5% of the ones you fall into. Spending more rays cannot fix it: at full scan you are already spending everything.</a:t>
            </a:r>
            <a:endParaRPr lang="en-US" sz="1250" dirty="0"/>
          </a:p>
        </p:txBody>
      </p:sp>
      <p:pic>
        <p:nvPicPr>
          <p:cNvPr id="12" name="Image 2" descr="deckbuild/abs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115568"/>
            <a:ext cx="7223760" cy="2377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361188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— THE AMBIGUITY NOBODY RESOLVES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8862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ditch is detected by what does NOT come back. A narrow trench is never entered by the beams — it is stepped over. To the sensor, a ditch and a patch you never looked at give the identical signal.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617720" y="4681728"/>
            <a:ext cx="7223760" cy="1481328"/>
          </a:xfrm>
          <a:prstGeom prst="roundRect">
            <a:avLst>
              <a:gd name="adj" fmla="val 2469"/>
            </a:avLst>
          </a:prstGeom>
          <a:solidFill>
            <a:srgbClr val="F0F5F1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00600" y="48280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 ·  A THREE-STATE MAP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800600" y="512064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 ·  UNKNOWN  ·  CANDIDATE_NEGATIVE  —  unknown is a real answer, never silently treated as safe.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Novelty: adaptive lidar sampling exists (AEye, NEC) but only for urban driving. Negative-obstacle work exists but assumes dense scanning. We are the first to put the two together for off-road terrain.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6304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pic>
        <p:nvPicPr>
          <p:cNvPr id="9" name="Image 1" descr="deckbuild/fig_quadrat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24128"/>
            <a:ext cx="5029200" cy="32735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84048" y="4389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FLOOR — CORRECTED GEOMETRY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84048" y="468172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Δθ ≤ w · h</a:t>
            </a:r>
            <a:pPr indent="0" marL="0">
              <a:lnSpc>
                <a:spcPct val="112000"/>
              </a:lnSpc>
              <a:buNone/>
            </a:pPr>
            <a:r>
              <a:rPr lang="en-US" sz="1300" b="1" baseline="-400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r²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ditches bind quadratically; bumps only linearly. A floor sized with h/r is comfortably met while ditches stay invisible.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715000" y="1024128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 —  SINGLE PASS, PER FRAME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13533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Predict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133502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warp the previous map forward using ego-motion; age every cell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5715000" y="19202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Safety floor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190195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geometric constraint allocated BEFORE anything adaptive — never traded away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715000" y="24871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Need map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8040" y="2468880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angular bin: gradient, staleness, moving objects, frontier, unresolved candidates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Acquire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7178040" y="3035808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three backends — steerable MEMS/OPA, fixed-pattern Ouster/Velodyne, or replay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715000" y="362102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Disambiguate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7178040" y="3602736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RAYS, not points: a cell is empty only if a ray traversed it and returned from beyond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5715000" y="41879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Output</a:t>
            </a:r>
            <a:endParaRPr lang="en-US" sz="1250" dirty="0"/>
          </a:p>
        </p:txBody>
      </p:sp>
      <p:sp>
        <p:nvSpPr>
          <p:cNvPr id="24" name="Text 20"/>
          <p:cNvSpPr txBox="1"/>
          <p:nvPr/>
        </p:nvSpPr>
        <p:spPr>
          <a:xfrm>
            <a:off x="7178040" y="4169664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three-valued traversability — traversable / blocked / unknown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715000" y="4892040"/>
            <a:ext cx="6126480" cy="749808"/>
          </a:xfrm>
          <a:prstGeom prst="roundRect">
            <a:avLst>
              <a:gd name="adj" fmla="val 4878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897880" y="510235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NumPy · Numba · Open3D · quadtree elevation map.  Detector cost: 43 ms per frame.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6304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4048" y="1097280"/>
            <a:ext cx="3703320" cy="2286000"/>
          </a:xfrm>
          <a:prstGeom prst="roundRect">
            <a:avLst>
              <a:gd name="adj" fmla="val 1600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129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1609344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on data a deployed vehicle already produces, running on the lidar that platform already carries. Sensor-agnostic across three backends.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88536" y="1097280"/>
            <a:ext cx="3703320" cy="2286000"/>
          </a:xfrm>
          <a:prstGeom prst="roundRect">
            <a:avLst>
              <a:gd name="adj" fmla="val 1600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9704" y="129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BASE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89704" y="1609344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off-road testbed where ground truth is KNOWN rather than inferred. Deliberate: public off-road datasets contain almost no labelled ditches, so scoring against them means scoring against the sensor’s own blind spots.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93024" y="1097280"/>
            <a:ext cx="3703320" cy="2286000"/>
          </a:xfrm>
          <a:prstGeom prst="roundRect">
            <a:avLst>
              <a:gd name="adj" fmla="val 1600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94192" y="129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7A55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1609344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automated tests. Every figure generated from a committed CSV. Verified to rebuild bit-identically from a clean environment.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" y="365760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RISKS, AND WHAT WE DO ABOUT THEM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84048" y="3986784"/>
            <a:ext cx="3429000" cy="603504"/>
          </a:xfrm>
          <a:prstGeom prst="roundRect">
            <a:avLst>
              <a:gd name="adj" fmla="val 7576"/>
            </a:avLst>
          </a:prstGeom>
          <a:solidFill>
            <a:srgbClr val="F8EDE7"/>
          </a:solidFill>
          <a:ln w="9525">
            <a:solidFill>
              <a:srgbClr val="E4C4B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4041648"/>
            <a:ext cx="3154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is 73%, not 100%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977640" y="400507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Crest occlusions produce genuine range gaps. Threshold chosen by sweep against terrain with the ditches removed — 2.0 gives 94% recall at 46% precision, 3.0 gives 88% at 73%.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384048" y="4700016"/>
            <a:ext cx="3429000" cy="603504"/>
          </a:xfrm>
          <a:prstGeom prst="roundRect">
            <a:avLst>
              <a:gd name="adj" fmla="val 7576"/>
            </a:avLst>
          </a:prstGeom>
          <a:solidFill>
            <a:srgbClr val="F8EDE7"/>
          </a:solidFill>
          <a:ln w="9525">
            <a:solidFill>
              <a:srgbClr val="E4C4B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754880"/>
            <a:ext cx="3154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 corroboration is outstanding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977640" y="471830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validation has NOT yet been run. The loader is written and it is the next step.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84048" y="5413248"/>
            <a:ext cx="3429000" cy="603504"/>
          </a:xfrm>
          <a:prstGeom prst="roundRect">
            <a:avLst>
              <a:gd name="adj" fmla="val 7576"/>
            </a:avLst>
          </a:prstGeom>
          <a:solidFill>
            <a:srgbClr val="F8EDE7"/>
          </a:solidFill>
          <a:ln w="9525">
            <a:solidFill>
              <a:srgbClr val="E4C4B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468112"/>
            <a:ext cx="3154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embedded-hardware benchmark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977640" y="543153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ms/frame measured on a laptop CPU. We do not quote a Jetson figure we have not measured.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6304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pic>
        <p:nvPicPr>
          <p:cNvPr id="9" name="Image 1" descr="deckbuild/fig_dete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5257800" cy="34198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84048" y="455371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 FEWER POINTS, SEVEN TIMES THE DETECTION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84048" y="484632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of negative obstacles at a 5% budget. A full scan with no absence reasoning finds 12%.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943600" y="1051560"/>
            <a:ext cx="5897880" cy="1847088"/>
          </a:xfrm>
          <a:prstGeom prst="roundRect">
            <a:avLst>
              <a:gd name="adj" fmla="val 1980"/>
            </a:avLst>
          </a:prstGeom>
          <a:solidFill>
            <a:srgbClr val="FDF1EA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0" y="118872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km/h</a:t>
            </a:r>
            <a:endParaRPr lang="en-US" sz="4600" dirty="0"/>
          </a:p>
        </p:txBody>
      </p:sp>
      <p:sp>
        <p:nvSpPr>
          <p:cNvPr id="14" name="Text 10"/>
          <p:cNvSpPr txBox="1"/>
          <p:nvPr/>
        </p:nvSpPr>
        <p:spPr>
          <a:xfrm>
            <a:off x="6126480" y="20299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 limit nobody published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126480" y="2322576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geometry backwards and it states how fast a vehicle may safely drive. For a stock OS1-64 that must never enter a 1 m ditch, the honest answer is 23 km/h — and the sensor gives no indication of it.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0" y="3172968"/>
            <a:ext cx="5897880" cy="932688"/>
          </a:xfrm>
          <a:prstGeom prst="roundRect">
            <a:avLst>
              <a:gd name="adj" fmla="val 3922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44768" y="3465576"/>
            <a:ext cx="310896" cy="310896"/>
          </a:xfrm>
          <a:prstGeom prst="ellipse">
            <a:avLst/>
          </a:prstGeom>
          <a:solidFill>
            <a:srgbClr val="2E9E6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01968" y="3282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UGVs / AUGVs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601968" y="3557016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ground becomes navigable, without waiting for a human to survey it first.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943600" y="4197096"/>
            <a:ext cx="5897880" cy="932688"/>
          </a:xfrm>
          <a:prstGeom prst="roundRect">
            <a:avLst>
              <a:gd name="adj" fmla="val 3922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144768" y="4489704"/>
            <a:ext cx="310896" cy="310896"/>
          </a:xfrm>
          <a:prstGeom prst="ellipse">
            <a:avLst/>
          </a:prstGeom>
          <a:solidFill>
            <a:srgbClr val="2C8FBF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601968" y="4306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operators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6601968" y="4581144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platforms stranded or destroyed. A negative obstacle does not damage a vehicle — it ends it.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943600" y="5221224"/>
            <a:ext cx="5897880" cy="932688"/>
          </a:xfrm>
          <a:prstGeom prst="roundRect">
            <a:avLst>
              <a:gd name="adj" fmla="val 3922"/>
            </a:avLst>
          </a:prstGeom>
          <a:solidFill>
            <a:srgbClr val="F4F6F3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44768" y="5513832"/>
            <a:ext cx="310896" cy="310896"/>
          </a:xfrm>
          <a:prstGeom prst="ellipse">
            <a:avLst/>
          </a:prstGeom>
          <a:solidFill>
            <a:srgbClr val="7A55B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601968" y="5330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designers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6601968" y="5605272"/>
            <a:ext cx="5074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speed ceiling for a given sensor and point budget. This does not exist today.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46304"/>
            <a:ext cx="1207008" cy="5669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A6FA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4630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Raysense</a:t>
            </a:r>
            <a:endParaRPr lang="en-US" sz="1300" dirty="0"/>
          </a:p>
        </p:txBody>
      </p:sp>
      <p:pic>
        <p:nvPicPr>
          <p:cNvPr id="4" name="Image 0" descr="deckbuild/sih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91440"/>
            <a:ext cx="1572768" cy="7863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6304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6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277295" y="6437376"/>
            <a:ext cx="548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4048" y="1051560"/>
            <a:ext cx="5623560" cy="2331720"/>
          </a:xfrm>
          <a:prstGeom prst="roundRect">
            <a:avLst>
              <a:gd name="adj" fmla="val 1569"/>
            </a:avLst>
          </a:prstGeom>
          <a:solidFill>
            <a:srgbClr val="F0F5F1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1234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E9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1536192"/>
            <a:ext cx="5230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sampling is established — AEye ships it, NEC Labs published it, and a 2025 paper uses temporal cues. All of it targets urban driving, where negative obstacles are essentially absent.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negative-obstacle literature is equally established — and all of it assumes dense, uniform scanning.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two fields have never been put in the same room.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84048" y="3547872"/>
            <a:ext cx="5623560" cy="2651760"/>
          </a:xfrm>
          <a:prstGeom prst="roundRect">
            <a:avLst>
              <a:gd name="adj" fmla="val 1379"/>
            </a:avLst>
          </a:prstGeom>
          <a:solidFill>
            <a:srgbClr val="FDF1EA"/>
          </a:solidFill>
          <a:ln w="9525">
            <a:solidFill>
              <a:srgbClr val="D2D8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37307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D26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OURS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041648"/>
            <a:ext cx="52303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Adaptive sampling creates exactly the absences that hide a ditch — measured, not asserted.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A three-state map (OBSERVED / UNKNOWN / CANDIDATE_NEGATIVE) that never turns "I did not look there" into "safe to drive".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A corrected safety floor, Δθ ≤ w·h/r², showing ditches bind quadratically where bumps bind linearly.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35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A range-normalised gap test: 91% detection at a twentieth of the budget.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105156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137160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RELLIS-3D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16184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Off-road multimodal dataset, Ouster OS1-64, ICRA 2021 · github.com/unmannedlab/RELLIS-3D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215798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 Labs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24048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Pittaluga et al. — A MEMS-based foveating lidar for real-time adaptive depth sensing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9443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LiDAR Scanning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319125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Harnessing Temporal Cues for Efficient 3D Object Detection, 2025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3730752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AEye iDAR / 4Sight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9776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11675053 · 11782136 · 11860313 — foveated scanning, regions of interest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263640" y="4517136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Larson &amp; Trivedi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4764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Lidar-based off-road negative obstacle detection — DTIC ADA561293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263640" y="530352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ROBIO 2024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263640" y="5550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obstacle detection in off-road environments using sparse 3D lidar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2026-09-11T17:39:10Z</dcterms:created>
  <dcterms:modified xsi:type="dcterms:W3CDTF">2026-09-11T17:39:10Z</dcterms:modified>
</cp:coreProperties>
</file>